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018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封面（开场 25 秒 + 自我介绍 7 秒；**PPT 先别翻**）：上周，我家楼下张奶奶摔了一跤。她想找人帮忙，手机却只会打给外地的儿子。等社区知道这件事，天已经黑了。——这一晚没有人做错什么，是这条路太长了。我想把它缩短成一句话，这就是社区先知。（这时才翻到封面）各位专家好，我是步承泽，北京工商大学大二学生。这个项目，从需求、架构到开发与测试都是我一个人做的。它服务三种人：居民、网格员、老人。今天七分钟，我讲三件事：怎么做、能干什么、我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四个痛点：网格员一半时间在重复派单；老人不会用手机、报修太难；网上政策没出处不敢信；天气/健康/通知分属不同部门，出事没人主动联动。主动说明：还没在真实街道试点，这是下一步。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把社区里的事拆开，交给 9 个角色。社区里其实是三种人，所以三个端我分开做。居民端 14 页：居民要的是一句话把事说清，报修、提问都在这儿。网格员端 9 页：网格员要的是待办清楚、有据可查，工单、提案、导出都在这儿。老人端 8 页：老人要的是看得见、按得动，所以大字、语音、长按求助。三拨人要的东西不一样，硬做成一个 App，谁都不好用。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它是怎么搭起来的：三端共用一个 FastAPI 后端，中间是 9 个角色在黑板协作，最下面是本地数据库（约 50 张表、手机号加密、全流程留痕）。数据库我选了本地 SQLite，不用单独搭服务器，也就没有运维。整条链路不依赖外部服务，一台普通电脑就能跑。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重点页（85 秒）：9 个角色不写死流程，靠黑板 + 5 种消息真来往；每轮过校验员与仲裁器，合规审计一票否决。大模型只做意图/追问/政策生成，状态机、派单、权限、加密永远走规则；四个开关默认关。防编造三招：强制出处、回查数据库、敏感词与权限审计。实话：这是按规则分工协作，不是完全自主的大模型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居民端（一）报修：说一句「我家厨房水管漏水了」，它只追问关键项，然后把报修单整理好（问题 / 分类 / 紧急程度），**要居民自己点「确认提交」才真的提交——我不让它自己提交**。也支持手动填表提交。识别到安全隐患（比如燃气味）会自动升级成紧急通知。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居民端（二）问与议：政策问答的答案下面挂依据——哪份政策、适用哪个地区；查不到依据就转人工，不硬答。邻里议事可以提提案、邻居附议、社区回应。通知分普通/紧急/定时，发出去有已读回执。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网格员端（一）工作台：一页看完待办（要派的、要回访的）、数据概览（红黑榜看哪个小区问题多）、导出（按条件导周报）、以及 AI 助手（用大白话问数据）。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网格员端（二）处理与关怀：工单管理能搜索、能导出、能批量派单、能批量关闭；**点开一行工单，审核 / 派单 / 处理都在这里做**，退回必须写意见，派单必须填维修人员与电话；每一步都有留痕，事后能复盘。老年关怀里，用药提醒和紧急联系人都要审核通过才生效；老人求助来了，要确认响应、再结束。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老人端（一）看得见按得动：不是把居民端放大，是重做的。字大、按钮大、不用登录。首页就六件事：天气、通知、报修、联系社区、联系人、用药提醒。天气和帮助都能用语音念出来。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老人端（二）不会打字也能办事：三条路——① 点现成的话（家里灯不亮了 / 医保怎么报销）；② 直接说话，语音报修；③ 吃药提醒，就两个按钮「我吃了」「10 分钟后再说」，而且用药提醒要社区审核通过才开始播报。紧急求助长按 3 秒出确认框，10 秒不点自动取消——我怕老人放兜里误触，所以防了两道。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功能按端列一遍（一列一段，手指往下扫）：居民端 14 页——报修拍照提交、能存草稿；工单详情有时间线，能撤回、能重开；邻里议事能提案、投票、公示期匿名议论；政策问答给依据和适用地区；还有健康防护、三天天气、通知、消息中心、我的、隐私政策。网格员端 9 页——工作台有待办和红黑榜下钻；工单管理能审核、派单、协商、转出，能批量操作和导出；提案管理能决定执行、转执行、延票；还有知识库维护、天气检查任务、健康内容审核、老年关怀的用药审核与 SOS 响应。老人端 8 页——语音小助手、语音报修、用药提醒、听通知、紧急联系人、报修进度、语音政策问答。最后一行跨端：转人工处理包、双层防线、规则为主，另有治理大屏与稳定性演示页。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几个能复算的数字：638 项测试全绿、550 并发零失败、48 条金标第一位命中 100%、ruff 0；数据库 v46、约 50 张表。都是本机自测，不是第三方测评。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它现在的位置：工程原型，没在真实街道试点，没有运营数据，商业模式在探索。今天不是来要投资，是来请教三个问题：多智能体的自动边界怎么划、第一个试点社区怎么谈、没有历史数据怎么冷启动。这三个问题我回去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结尾（10 秒）：停一下，看着台下说「张奶奶那条路，现在是一句话」，再说「谢谢各位」。说完就停，不要补话。（屏幕上只有「谢谢各位」，这句话是**说出来的**。）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附录：若对方想知道怎么在电脑上看实物，翻到这页。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附录：四个最常被问的问题与诚实回答，独立阅读时直接看这页。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社区先知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CommunityInsight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社区接诉即办 · 多智能体平台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步承泽 · 北京工商大学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FB4D8"/>
                </a:solidFill>
                <a:latin typeface="微软雅黑"/>
                <a:ea typeface="微软雅黑"/>
                <a:cs typeface="微软雅黑"/>
              </a:rPr>
              <a:t>9·22 中关村软件园 OPC 沙龙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痛点 → 方案 → 机制 → 界面 → 数字 → 诉求</a:t>
            </a:r>
          </a:p>
        </p:txBody>
      </p:sp>
      <p:pic>
        <p:nvPicPr>
          <p:cNvPr id="9" name="Picture 8" descr="01-登录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四个老问题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0020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1907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网格员：一半时间在重复派单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7063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老人：不会用手机，报修太难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22191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政策：网上答案没出处，不敢信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54879"/>
            <a:ext cx="676656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87375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 / 健康 / 通知：分属不同部门，出事没人主动联动</a:t>
            </a:r>
          </a:p>
        </p:txBody>
      </p:sp>
      <p:pic>
        <p:nvPicPr>
          <p:cNvPr id="12" name="Picture 11" descr="13-网格员端-工单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828800"/>
            <a:ext cx="3566160" cy="2228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9 个角色，像一个小组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接待员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645920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18105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提案协商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政策专员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健康顾问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578608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天气守护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11296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511296"/>
            <a:ext cx="2103120" cy="786384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511296"/>
            <a:ext cx="2103120" cy="786384"/>
          </a:xfrm>
          <a:prstGeom prst="round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36758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73736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三端各 14 / 9 / 8 页：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居民端：一句话报修、提问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网格员端：工单、提案、导数据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老人端：大字、语音、长按求助</a:t>
            </a:r>
          </a:p>
        </p:txBody>
      </p:sp>
      <p:pic>
        <p:nvPicPr>
          <p:cNvPr id="23" name="Picture 22" descr="02-居民首页与社区小助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89120"/>
            <a:ext cx="2926080" cy="1828800"/>
          </a:xfrm>
          <a:prstGeom prst="rect">
            <a:avLst/>
          </a:prstGeom>
        </p:spPr>
      </p:pic>
      <p:pic>
        <p:nvPicPr>
          <p:cNvPr id="24" name="Picture 23" descr="06-网格员工作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389120"/>
            <a:ext cx="2926080" cy="1828800"/>
          </a:xfrm>
          <a:prstGeom prst="rect">
            <a:avLst/>
          </a:prstGeom>
        </p:spPr>
      </p:pic>
      <p:pic>
        <p:nvPicPr>
          <p:cNvPr id="25" name="Picture 24" descr="07-老年端大字首页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032" y="4389120"/>
            <a:ext cx="823935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" y="6199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居民端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199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网格员端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199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老年端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它是怎么搭起来的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网格员端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737360"/>
            <a:ext cx="1828800" cy="86868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老年端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三端共用一个后端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（Vue3 + Naive UI，已构建为静态文件）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0424160" cy="914400"/>
          </a:xfrm>
          <a:prstGeom prst="round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090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主服务 FastAPI：接口 · 鉴权 · 安全响应头 · 实时通知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9 个智能体角色（黑板协作）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接待员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48256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48256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报修调度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27832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提案协商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政策专员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6984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86984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健康顾问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天气守护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46136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25712" y="4480560"/>
            <a:ext cx="10972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25712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网格助手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5288" y="4480560"/>
            <a:ext cx="1097280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5288" y="45902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合规审计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349240"/>
            <a:ext cx="10424160" cy="9144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55046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本地数据库 SQLite：约 50 张表 · 手机号 AES-256-GCM 加密 · 全流程留痕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它们真的在传消息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黑板：带锁 · 带版本 · 带历史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5 种消息：请求 / 响应 / 通知 /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错误 / 转交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校验 + 仲裁，合规审计一票否决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5852160" cy="17373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规则为主，大模型为辅：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意图/追问/政策生成 → 大模型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状态机/派单/权限/加密 → 规则</a:t>
            </a:r>
          </a:p>
        </p:txBody>
      </p:sp>
      <p:pic>
        <p:nvPicPr>
          <p:cNvPr id="7" name="Picture 6" descr="04-多智能体执行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4480560" cy="2800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5961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↑ 一次提问后，角色之间的执行链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居民端：报修，一句话就能说清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说一句「我家厨房水管漏水了」，它整理成报修单；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要我自己点「确认提交」才提交——我不让它自己提交。</a:t>
            </a:r>
          </a:p>
        </p:txBody>
      </p:sp>
      <p:pic>
        <p:nvPicPr>
          <p:cNvPr id="5" name="Picture 4" descr="18-居民端-一句话报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329184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① 一句话，AI 理出问题/分类/紧急程度</a:t>
            </a:r>
          </a:p>
        </p:txBody>
      </p:sp>
      <p:pic>
        <p:nvPicPr>
          <p:cNvPr id="7" name="Picture 6" descr="19-居民端-报修已生成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834640"/>
            <a:ext cx="329184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484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② 我确认后，工单才生成</a:t>
            </a:r>
          </a:p>
        </p:txBody>
      </p:sp>
      <p:pic>
        <p:nvPicPr>
          <p:cNvPr id="9" name="Picture 8" descr="10-提交报修表单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834640"/>
            <a:ext cx="329184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4983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③ 也可以手动填表提交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识别到安全隐患，自动升级成紧急通知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居民端：问政策、议事情</a:t>
            </a:r>
          </a:p>
        </p:txBody>
      </p:sp>
      <p:pic>
        <p:nvPicPr>
          <p:cNvPr id="4" name="Picture 3" descr="03-政策问答带依据与属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329184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政策问答：依据 + 适用地区</a:t>
            </a:r>
          </a:p>
        </p:txBody>
      </p:sp>
      <p:pic>
        <p:nvPicPr>
          <p:cNvPr id="6" name="Picture 5" descr="11-居民端-邻里议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45920"/>
            <a:ext cx="32918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邻里议事：提案与附议</a:t>
            </a:r>
          </a:p>
        </p:txBody>
      </p:sp>
      <p:pic>
        <p:nvPicPr>
          <p:cNvPr id="8" name="Picture 7" descr="12-居民端-通知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645920"/>
            <a:ext cx="32918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3858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通知：普通 / 紧急 / 定时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查不到依据就转人工，不硬答。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通知发出去有已读回执。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网格员端：一个工作台</a:t>
            </a:r>
          </a:p>
        </p:txBody>
      </p:sp>
      <p:pic>
        <p:nvPicPr>
          <p:cNvPr id="4" name="Picture 3" descr="06-网格员工作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6492240" cy="405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60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待办、概览、导出在一页看完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783080"/>
            <a:ext cx="4023360" cy="159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0" dirty="0" err="1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待办：要派的</a:t>
            </a:r>
            <a:r>
              <a:rPr sz="2000" b="0" err="1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0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要回访的</a:t>
            </a:r>
            <a:endParaRPr sz="2000" b="0" dirty="0">
              <a:solidFill>
                <a:srgbClr val="1B22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2000" b="0" dirty="0" err="1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导出：按条件导周报</a:t>
            </a:r>
            <a:endParaRPr sz="2000" b="0" dirty="0">
              <a:solidFill>
                <a:srgbClr val="1B223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2000" b="0" dirty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2000" b="0" dirty="0" err="1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助手：大白话问数据</a:t>
            </a:r>
            <a:endParaRPr sz="2000" b="0" dirty="0">
              <a:solidFill>
                <a:srgbClr val="1B22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网格员端：留痕，和盯住老人</a:t>
            </a:r>
          </a:p>
        </p:txBody>
      </p:sp>
      <p:pic>
        <p:nvPicPr>
          <p:cNvPr id="4" name="Picture 3" descr="17-网格员端-工单处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4937760" cy="3086100"/>
          </a:xfrm>
          <a:prstGeom prst="rect">
            <a:avLst/>
          </a:prstGeom>
        </p:spPr>
      </p:pic>
      <p:pic>
        <p:nvPicPr>
          <p:cNvPr id="5" name="Picture 4" descr="14-网格员端-老年关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45920"/>
            <a:ext cx="493776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工单处理：审核 / 派单 / 处理都在这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老年关怀：用药与联系人要审核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退回必须写审核意见；求助要确认响应、再结束。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老人端：看得见，按得动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不是把居民端放大，是重做的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字大、按钮大、不用登录就能进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首页六件事：天气 通知 报修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联系社区 联系人 用药提醒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天气和帮助都能用语音念出来</a:t>
            </a:r>
          </a:p>
        </p:txBody>
      </p:sp>
      <p:pic>
        <p:nvPicPr>
          <p:cNvPr id="6" name="Picture 5" descr="07-老年端大字首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239" y="1600200"/>
            <a:ext cx="2070400" cy="4480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6172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大字首页（手机实拍）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老人端：不会打字，也能办事</a:t>
            </a:r>
          </a:p>
        </p:txBody>
      </p:sp>
      <p:pic>
        <p:nvPicPr>
          <p:cNvPr id="4" name="Picture 3" descr="15-老年端-社区小助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92" y="1554480"/>
            <a:ext cx="1859135" cy="4023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点现成的话就能问</a:t>
            </a:r>
          </a:p>
        </p:txBody>
      </p:sp>
      <p:pic>
        <p:nvPicPr>
          <p:cNvPr id="6" name="Picture 5" descr="16-老年端-用药提醒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12" y="1554480"/>
            <a:ext cx="1859135" cy="4023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我吃了 / 10 分钟后再说</a:t>
            </a:r>
          </a:p>
        </p:txBody>
      </p:sp>
      <p:pic>
        <p:nvPicPr>
          <p:cNvPr id="8" name="Picture 7" descr="08-老年端长按求助确认框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832" y="1554480"/>
            <a:ext cx="1859135" cy="40233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长按 3 秒，10 秒自动取消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三条路都不用打字；紧急求助防了两道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现在能用的功能（分端）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居民端 · 14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084831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首页：天气卡 + 社区小助手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报修：拍照提交 + 草稿恢复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工单详情：时间线 + 撤回/重开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邻里议事：提案 + 投票 + 匿名议论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通知：紧急置顶 + 已读回执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政策问答：依据 + 属地 + 提问历史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健康防护：咨询 + 紧急转人工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天气：实时 + 3 天预报 + 预警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消息中心 / 我的 / 隐私政策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网格员端 · 9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84831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工作台：待办 + 红黑榜下钻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工单管理：审核/派单/协商/转出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　+ 批量操作 + 时限 + 导出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提案管理：决定执行 + 转执行 + 延票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通知管理：紧急/定时 + 已读统计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政策问答管理：知识库维护 + 阈值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天气管理：检查任务 + 异常日志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健康管理：咨询处理 + 内容审核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老年关怀：用药/联系人审核 + 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81328"/>
            <a:ext cx="3566160" cy="475488"/>
          </a:xfrm>
          <a:prstGeom prst="round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636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老人端 · 8 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84831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首页：大字 + 六宫格 + 长按求助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小助手：按住说话 → 转写确认 → 播报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语音报修：识别 → 确认 → 提交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用药提醒：审核后播报 + 我吃了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听通知：大字 + 语音（紧急播两次）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紧急联系人：审核后可拨打 + 留痕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我的报修：进度 + 满意度反馈</a:t>
            </a:r>
          </a:p>
          <a:p>
            <a:pPr algn="l">
              <a:lnSpc>
                <a:spcPct val="102000"/>
              </a:lnSpc>
            </a:pPr>
            <a:r>
              <a:rPr sz="145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政策问答：语音提问 + 转人工确认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989320"/>
            <a:ext cx="10927080" cy="5669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08990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跨端：转人工「处理包」（AI 已整理上下文）· 双层防线（校验 + 仲裁）· 规则为主、四个开关默认关 · 治理大屏 · 稳定性演示页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几个能复算的数字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项测试 · 全绿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971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并发 · 零失败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条金标 · 第一位命中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840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8C42"/>
                </a:solidFill>
                <a:latin typeface="微软雅黑"/>
                <a:ea typeface="微软雅黑"/>
                <a:cs typeface="微软雅黑"/>
              </a:rPr>
              <a:t>ruff 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schema v46 · 约 50 张表　｜　本机自测，非第三方测评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它现在的位置，和我想请教的三件事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424160" cy="9144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工程原型：还没在真实街道试点，没有运营数据，商业模式在探索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① 多智能体的「自动」边界怎么划？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想请教技术专家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② 第一个试点社区怎么找、怎么谈？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想请教企业负责人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③ 没有历史数据，冷启动怎么破？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想请教投资人视角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这三个问题我回去改。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69164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谢谢各位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3246120"/>
            <a:ext cx="6217920" cy="169164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54680" y="347472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基层治理 · 网格化多智能体平台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居民端 / 网格员端 / 老人端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步承泽 · 北京工商大学 · 一个人做完需求、架构、开发与测试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60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全部验证命令都在仓库里，欢迎现场复算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附录 · 如需看实物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1) 双击项目文件夹里的「启动演示」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2) 等它提示「服务已就绪」（首次约 10–20 秒，会自动建好数据库）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3) 浏览器会自动打开登录页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23360"/>
            <a:ext cx="10424160" cy="173736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42062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演示账号：居民点「居民」免密 · 老年点「老年」免密 · 网格员 demo_grid / demo123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环境：Windows + Python 3.10 以上；首次启动会自动装依赖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没有网络也能用：大模型与天气会自动回到规则与本地数据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128016" cy="566928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附录 · 最常被问的四个问题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424160" cy="10241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这算真多智能体吗？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037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角色之间靠黑板消息真来往，联动是运行时决定的；内核是规则驱动，不是全自主大模型智能体。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98648"/>
            <a:ext cx="104241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90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数据是真的吗？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全部是程序生成的演示数据，不含真实居民信息；手机号加密存储、展示脱敏。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05656"/>
            <a:ext cx="10424160" cy="102412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970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有人真的用过吗？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没有。还没做真实街道试点，也没有运营数据，这是下一步。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312664"/>
            <a:ext cx="104241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40410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22A51"/>
                </a:solidFill>
                <a:latin typeface="微软雅黑"/>
                <a:ea typeface="微软雅黑"/>
                <a:cs typeface="微软雅黑"/>
              </a:rPr>
              <a:t>商业模式想清楚了吗？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24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B2233"/>
                </a:solidFill>
                <a:latin typeface="微软雅黑"/>
                <a:ea typeface="微软雅黑"/>
                <a:cs typeface="微软雅黑"/>
              </a:rPr>
              <a:t>没有。可能是政府购买服务，但付费方和定价完全没有验证过。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10528"/>
            <a:ext cx="10881360" cy="9525"/>
          </a:xfrm>
          <a:prstGeom prst="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社区先知 CommunityInsight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485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1409</Words>
  <Application>Microsoft Office PowerPoint</Application>
  <PresentationFormat>宽屏</PresentationFormat>
  <Paragraphs>210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fengsu woshuo</cp:lastModifiedBy>
  <cp:revision>2</cp:revision>
  <dcterms:created xsi:type="dcterms:W3CDTF">2013-01-27T09:14:16Z</dcterms:created>
  <dcterms:modified xsi:type="dcterms:W3CDTF">2026-09-19T13:48:08Z</dcterms:modified>
  <cp:category/>
</cp:coreProperties>
</file>