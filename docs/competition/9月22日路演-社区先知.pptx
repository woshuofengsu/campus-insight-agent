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开场（30 秒，不念 PPT）：上周，我家楼下张奶奶摔了一跤。她想找人帮忙，手机却只会打给外地的儿子。等社区知道这件事，天已经黑了。——这一晚没有人做错什么，是这条路太长了。我想把它缩短成一句话，这就是社区先知。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各位专家好，我是北京工商大学大二学生。这个项目我一个人做。它服务三种人：居民、网格员、老人。今天六分钟，我讲三件事：怎么做、能干什么、我卡在哪。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四个痛点：网格员一半时间在重复派单；老人不会用手机、报修太难；网上政策没出处不敢信；天气/健康/通知分属不同部门，出事没人主动联动。主动说明：还没在真实街道试点，这是下一步。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把社区里的事拆开交给 9 个角色。三端各 14 / 9 / 8 页。数据放在本地一个库里，不用搭服务器。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重点页（90 秒）：9 个角色不写死流程，靠黑板 + 5 种消息真来往；每轮过校验员与仲裁器，合规审计一票否决。大模型只做意图/追问/政策生成，状态机、派单、权限、加密永远走规则；四个开关默认关。防编造三招：强制出处、回查数据库、敏感词与权限审计。实话：这是按规则分工协作，不是完全自主的大模型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老人端是单独重做的：大字大按钮、免登录、语音报修、用药提醒点一下。紧急求助要长按 3 秒再确认——我怕老人放兜里误触。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五步走查（本场不需要实操，全靠 PPT 里的截图）：① 居民一句话报修 → ② 政策问答带依据与属地 → ③ 天气联动点开执行链 → ④ 老人端长按求助出确认框 → ⑤ 网格员工作台看待办。讲的时候按图说：这一步居民做了什么、系统回了什么。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几个能复算的数字：638 项测试全绿、550 并发零失败、48 条金标第一位命中 100%、ruff 0；数据库 v46、约 50 张表。都是本机自测，不是第三方测评。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现在的位置：工程原型，没在真实街道试点，没有运营数据，商业模式在探索。今天不是来要投资，是来请教三个问题：多智能体的自动边界怎么划、第一个试点社区怎么谈、没有历史数据怎么冷启动。张奶奶那条路，现在是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备用页：被追问「为什么不全用大模型」时翻到这页。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备用页：被追问「会不会编造、数据安全吗」时翻到这页。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附录：若对方想看更多界面细节，翻到这页（政策问答依据、工单留痕、报修列表）。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附录：若对方想知道怎么在电脑上看实物，翻到这页。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附录：功能全景，方便独立阅读的人核对「到底能做什么」。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附录：架构与数据流，用一张图讲清三端、主服务、9 个角色、本地数据库的关系。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北京工商大学 · 单人开发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FB4D8"/>
                </a:solidFill>
                <a:latin typeface="微软雅黑"/>
                <a:ea typeface="微软雅黑"/>
                <a:cs typeface="微软雅黑"/>
              </a:rPr>
              <a:t>9·22 中关村软件园 OPC 沙龙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痛点  →  方案  →  五步流程  →  数字与诉求</a:t>
            </a:r>
          </a:p>
        </p:txBody>
      </p:sp>
      <p:pic>
        <p:nvPicPr>
          <p:cNvPr id="9" name="Picture 8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0020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1907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5176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7063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22191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754879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7375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 / 健康 / 通知：分属不同部门，出事没人主动联动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943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（这一页之后我会主动说明：还没在真实街道试点，这是下一步）</a:t>
            </a:r>
          </a:p>
        </p:txBody>
      </p:sp>
      <p:pic>
        <p:nvPicPr>
          <p:cNvPr id="13" name="Picture 12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511296"/>
            <a:ext cx="2103120" cy="786384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三端各 14 / 9 / 8 页：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居民端：一句话报修、提问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网格员端：工单、提案、导数据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老人端：大字、语音、长按求助</a:t>
            </a:r>
          </a:p>
        </p:txBody>
      </p:sp>
      <p:pic>
        <p:nvPicPr>
          <p:cNvPr id="23" name="Picture 22" descr="02-居民首页与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89120"/>
            <a:ext cx="2926080" cy="1828800"/>
          </a:xfrm>
          <a:prstGeom prst="rect">
            <a:avLst/>
          </a:prstGeom>
        </p:spPr>
      </p:pic>
      <p:pic>
        <p:nvPicPr>
          <p:cNvPr id="24" name="Picture 23" descr="06-网格员工作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89120"/>
            <a:ext cx="2926080" cy="1828800"/>
          </a:xfrm>
          <a:prstGeom prst="rect">
            <a:avLst/>
          </a:prstGeom>
        </p:spPr>
      </p:pic>
      <p:pic>
        <p:nvPicPr>
          <p:cNvPr id="25" name="Picture 24" descr="07-老年端大字首页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4389120"/>
            <a:ext cx="823935" cy="17830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217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217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2179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623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现场展开的「多智能体执行链」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老人端是重做的，不是放大的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大字大按钮，免登录就能进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语音报修；用药提醒点一下「我已吃」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长按 3 秒才求助，还要再确认一次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我怕老人放兜里，误触。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1943642" cy="4206240"/>
          </a:xfrm>
          <a:prstGeom prst="rect">
            <a:avLst/>
          </a:prstGeom>
        </p:spPr>
      </p:pic>
      <p:pic>
        <p:nvPicPr>
          <p:cNvPr id="7" name="Picture 6" descr="08-老年端长按求助确认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554480"/>
            <a:ext cx="1943642" cy="4206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五步走完一套流程（真实截图）</a:t>
            </a:r>
          </a:p>
        </p:txBody>
      </p:sp>
      <p:pic>
        <p:nvPicPr>
          <p:cNvPr id="4" name="Picture 3" descr="10-提交报修表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7395"/>
            <a:ext cx="2103120" cy="1314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① 报修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一句话提交</a:t>
            </a:r>
          </a:p>
        </p:txBody>
      </p:sp>
      <p:pic>
        <p:nvPicPr>
          <p:cNvPr id="8" name="Picture 7" descr="03-政策问答带依据与属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1" y="2017395"/>
            <a:ext cx="2103120" cy="13144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07791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07791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② 政策问答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带依据与属地</a:t>
            </a:r>
          </a:p>
        </p:txBody>
      </p:sp>
      <p:pic>
        <p:nvPicPr>
          <p:cNvPr id="12" name="Picture 11" descr="04-多智能体执行链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017395"/>
            <a:ext cx="2103120" cy="13144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57216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③ 天气联动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看执行链</a:t>
            </a:r>
          </a:p>
        </p:txBody>
      </p:sp>
      <p:pic>
        <p:nvPicPr>
          <p:cNvPr id="16" name="Picture 15" descr="08-老年端长按求助确认框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1726" y="1600200"/>
            <a:ext cx="992947" cy="214883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406640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④ 老人端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长按 3 秒再确认</a:t>
            </a:r>
          </a:p>
        </p:txBody>
      </p:sp>
      <p:pic>
        <p:nvPicPr>
          <p:cNvPr id="20" name="Picture 19" descr="06-网格员工作台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063" y="2017395"/>
            <a:ext cx="2103120" cy="131445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656063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56063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⑤ 网格端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6063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待办与处理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6235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均为系统实际界面截图，未做美化；这套流程在本地双击启动脚本即可复现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备用：为什么规则为主、大模型为辅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接了 DeepSeek，但四个 LLM 开关默认关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意图识别 / 追问补全 / 政策生成 → 大模型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 / 派单 / 权限 / 加密 → 永远走规则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每次调用 3–5 秒超时，自动回落规则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省成本，也保稳定——学生项目也养得起。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手机号 AES-256-GCM 加密存储，展示导出脱敏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SQL 参数化；合规审计员有一票否决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界面一览（真实截图，未做美化）</a:t>
            </a:r>
          </a:p>
        </p:txBody>
      </p:sp>
      <p:pic>
        <p:nvPicPr>
          <p:cNvPr id="4" name="Picture 3" descr="03-政策问答带依据与属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329184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政策问答：答案下方给知识库依据，并标注适用地区</a:t>
            </a:r>
          </a:p>
        </p:txBody>
      </p:sp>
      <p:pic>
        <p:nvPicPr>
          <p:cNvPr id="6" name="Picture 5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4592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工单详情：谁在什么时候处理，全有留痕</a:t>
            </a:r>
          </a:p>
        </p:txBody>
      </p:sp>
      <p:pic>
        <p:nvPicPr>
          <p:cNvPr id="8" name="Picture 7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645920"/>
            <a:ext cx="329184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居民端报修列表：状态一目了然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如需看实物：三步跑起来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1) 双击项目文件夹里的「启动演示.bat」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2) 等它提示「服务已就绪」（首次约 10–20 秒，会自动建库）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3) 浏览器会自动打开登录页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23360"/>
            <a:ext cx="10424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环境：Windows + Python 3.10+（其余依赖脚本自动装）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不联网也能演示：大模型与真实天气会自动回落规则与模拟数据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现在能用的功能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报修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1901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全状态机：提交 → 审核 → 派单 → 处理 → 办结 → 回访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901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全生命周期：提交 → 附议 → 回应 → 采纳 → 实施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通知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3044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普通 / 紧急 / 定时 / 已读回执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政策问答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44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答案带出处；检索无结果就转人工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健康咨询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4187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只给建议，紧急情况转人工（不做诊断）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天气联动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187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极端天气 → 健康防护建议 → 自动发通知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网格员工作台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5330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AI 助手、待办、统计导出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转人工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330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带「处理包」：用户信息 + 执行链 + 待确认事项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它是怎么搭起来的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737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三端共用一个后端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（Vue3 + Naive UI，已构建为静态文件）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0424160" cy="914400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主服务 FastAPI：接口 · 鉴权 · 安全响应头 · 实时通知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个智能体角色（黑板协作）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27832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6984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613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5712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5288" y="4480560"/>
            <a:ext cx="1097280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5288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349240"/>
            <a:ext cx="10424160" cy="914400"/>
          </a:xfrm>
          <a:prstGeom prst="roundRect">
            <a:avLst/>
          </a:prstGeom>
          <a:solidFill>
            <a:srgbClr val="E8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5046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本地数据库 SQLite：约 50 张表 · 手机号 AES-256-GCM 加密 · 全流程留痕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最常被问的四个问题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这算真多智能体吗？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219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角色之间靠黑板消息真来往，联动是运行时决定的；内核是规则驱动，不是全自主大模型智能体。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98648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数据是真的吗？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全部是程序生成的演示数据，不含真实居民信息；手机号加密存储、展示脱敏。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05656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有人真的用过吗？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360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没有。还没做真实街道试点，也没有运营数据，这是下一步。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312664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40410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商业模式想清楚了吗？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430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没有。可能是政府购买服务，但付费方和定价完全没有验证过。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