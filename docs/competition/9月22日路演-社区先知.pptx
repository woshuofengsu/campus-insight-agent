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开场（30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各位专家好，我是北京工商大学大二学生。这个项目我一个人做。它服务三种人：居民、网格员、老人。今天六分钟，我讲三件事：怎么做、能干什么、我卡在哪。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把社区里的事拆开交给 9 个角色。三端各 14 / 9 / 8 页。数据放在本地一个库里，不用搭服务器。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它是怎么搭起来的：三端共用一个 FastAPI 后端，中间是 9 个角色在黑板协作，最下面是本地数据库（约 50 张表、手机号加密、全流程留痕）。整条链路不依赖外部服务，一台普通电脑就能跑。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重点页（90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老人端是单独重做的：大字大按钮、免登录、语音报修、用药提醒点一下。紧急求助要长按 3 秒再确认——我怕老人放兜里误触。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五步走查（本场不需要实操，全靠 PPT 里的截图）：① 居民一句话报修 → ② 政策问答带依据与属地 → ③ 天气联动点开执行链 → ④ 老人端长按求助出确认框 → ⑤ 网格员工作台看待办。讲的时候按图说：这一步居民做了什么、系统回了什么。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再看几处细节：政策问答的答案下面有知识库依据和适用地区；工单详情里能看到谁在什么时候处理；居民端报修列表状态一目了然。这三张是五步之外的补充。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功能全景：报修全状态机、提案全生命周期、通知四类、政策问答带出处、健康咨询不诊断并转人工、天气联动、网格员工作台的 AI 助手与导出、以及转人工的处理包（用户信息 + 执行链 + 待确认事项）。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备用页：被追问「为什么不全用大模型」时翻到这页。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备用页：被追问「会不会编造、数据安全吗」时翻到这页。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→ 方案 → 机制 → 界面 → 数字 → 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032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217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217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2179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830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623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一次提问后，角色之间的执行链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五步走完一套流程</a:t>
            </a:r>
          </a:p>
        </p:txBody>
      </p:sp>
      <p:pic>
        <p:nvPicPr>
          <p:cNvPr id="4" name="Picture 3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7395"/>
            <a:ext cx="2103120" cy="1314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报修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一句话提交</a:t>
            </a:r>
          </a:p>
        </p:txBody>
      </p:sp>
      <p:pic>
        <p:nvPicPr>
          <p:cNvPr id="8" name="Picture 7" descr="03-政策问答带依据与属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1" y="2017395"/>
            <a:ext cx="2103120" cy="1314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07791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1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政策问答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带依据与属地</a:t>
            </a:r>
          </a:p>
        </p:txBody>
      </p:sp>
      <p:pic>
        <p:nvPicPr>
          <p:cNvPr id="12" name="Picture 11" descr="04-多智能体执行链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017395"/>
            <a:ext cx="2103120" cy="1314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57216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③ 天气联动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看执行链</a:t>
            </a:r>
          </a:p>
        </p:txBody>
      </p:sp>
      <p:pic>
        <p:nvPicPr>
          <p:cNvPr id="16" name="Picture 15" descr="08-老年端长按求助确认框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1726" y="1600200"/>
            <a:ext cx="992947" cy="2148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06640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④ 老人端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秒再确认</a:t>
            </a:r>
          </a:p>
        </p:txBody>
      </p:sp>
      <p:pic>
        <p:nvPicPr>
          <p:cNvPr id="20" name="Picture 19" descr="06-网格员工作台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3" y="2017395"/>
            <a:ext cx="2103120" cy="131445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56063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6063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⑤ 网格端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3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待办与处理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再看几处细节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政策问答：答案下方给知识库依据，并标注适用地区</a:t>
            </a:r>
          </a:p>
        </p:txBody>
      </p:sp>
      <p:pic>
        <p:nvPicPr>
          <p:cNvPr id="6" name="Picture 5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工单详情：谁在什么时候处理，全有留痕</a:t>
            </a:r>
          </a:p>
        </p:txBody>
      </p:sp>
      <p:pic>
        <p:nvPicPr>
          <p:cNvPr id="8" name="Picture 7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居民端报修列表：状态一目了然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现在能用的功能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报修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901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全状态机：提交 → 审核 → 派单 → 处理 → 办结 → 回访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01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全生命周期：提交 → 附议 → 回应 → 采纳 → 实施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3044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普通 / 紧急 / 定时 / 已读回执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政策问答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44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答案带出处；检索无结果就转人工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健康咨询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187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只给建议，紧急情况转人工（不做诊断）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天气联动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187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极端天气 → 健康防护建议 → 自动发通知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网格员工作台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5330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助手、待办、统计导出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转人工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330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带「处理包」：用户信息 + 执行链 + 待确认事项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11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没有网络也能用：大模型与天气会自动回到规则与本地数据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219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360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430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56539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附录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