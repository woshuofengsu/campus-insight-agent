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现场演示五步：居民报修 → 政策问答（看依据）→ 天气联动（看执行链）→ 老人端长按求助 → 网格员工作台。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1188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pic>
        <p:nvPicPr>
          <p:cNvPr id="7" name="Picture 6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97180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0896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20624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34340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（第四点口述：天气、健康、通知分属不同部门，出事没人主动联动）</a:t>
            </a:r>
          </a:p>
        </p:txBody>
      </p:sp>
      <p:pic>
        <p:nvPicPr>
          <p:cNvPr id="11" name="Picture 10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91640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92807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715768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9169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39896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739896"/>
            <a:ext cx="2103120" cy="84124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739896"/>
            <a:ext cx="2103120" cy="841248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94106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52628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52628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526280"/>
            <a:ext cx="845062" cy="1828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4465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现在看它真的能跑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019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居民报修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163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政策问答（看依据）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6118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307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天气联动（看执行链）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5262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6451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④ 老人端长按求助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4406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5595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⑤ 网格员工作台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界面一览（真实截图，未做美化）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40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政策问答：带知识库依据 + 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40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工单详情：处理留痕时间线</a:t>
            </a:r>
          </a:p>
        </p:txBody>
      </p:sp>
      <p:pic>
        <p:nvPicPr>
          <p:cNvPr id="8" name="Picture 7" descr="08-老年端长按求助确认框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645920"/>
            <a:ext cx="18168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5715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老年端：长按 3 秒后的确认框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如需看实物：三步跑起来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双击项目文件夹里的「启动演示.bat」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3.10+（其余依赖脚本自动装）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不联网也能演示：大模型与真实天气会自动回落规则与模拟数据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