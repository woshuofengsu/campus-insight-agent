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1188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8912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pic>
        <p:nvPicPr>
          <p:cNvPr id="7" name="Picture 6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676656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971800"/>
            <a:ext cx="676656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08960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206240"/>
            <a:ext cx="676656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343400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（第四点口述：天气、健康、通知分属不同部门，出事没人主动联动）</a:t>
            </a:r>
          </a:p>
        </p:txBody>
      </p:sp>
      <p:pic>
        <p:nvPicPr>
          <p:cNvPr id="11" name="Picture 10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783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783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26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926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3154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926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154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69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97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4069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4297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4069080"/>
            <a:ext cx="210312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4297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86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三端：居民 14 页 / 网格员 9 页 / 老人 8 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623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现场展开的「多智能体执行链」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老人端是重做的，不是放大的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大字大按钮，免登录就能进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语音报修；用药提醒点一下「我已吃」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长按 3 秒才求助，还要再确认一次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我怕老人放兜里，误触。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1943642" cy="4206240"/>
          </a:xfrm>
          <a:prstGeom prst="rect">
            <a:avLst/>
          </a:prstGeom>
        </p:spPr>
      </p:pic>
      <p:pic>
        <p:nvPicPr>
          <p:cNvPr id="7" name="Picture 6" descr="08-老年端长按求助确认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54480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现在看它真的能跑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10424160" cy="74980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019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居民报修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97480"/>
            <a:ext cx="10424160" cy="7498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163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政策问答（看依据）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611880"/>
            <a:ext cx="10424160" cy="74980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7307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天气联动（看执行链）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526280"/>
            <a:ext cx="10424160" cy="7498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6451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④ 老人端长按求助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440680"/>
            <a:ext cx="10424160" cy="74980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5595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⑤ 网格员工作台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省成本，也保稳定——学生项目也养得起。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