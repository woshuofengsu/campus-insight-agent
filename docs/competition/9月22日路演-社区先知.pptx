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开场（30 秒，不念 PPT）：上周，我家楼下张奶奶摔了一跤。她想找人帮忙，手机却只会打给外地的儿子。等社区知道这件事，天已经黑了。——这一晚没有人做错什么，是这条路太长了。我想把它缩短成一句话，这就是社区先知。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各位专家好，我是北京工商大学大二学生。这个项目我一个人做。它服务三种人：居民、网格员、老人。今天七分钟，我讲三件事：怎么做、能干什么、我卡在哪。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四个痛点：网格员一半时间在重复派单；老人不会用手机、报修太难；网上政策没出处不敢信；天气/健康/通知分属不同部门，出事没人主动联动。主动说明：还没在真实街道试点，这是下一步。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把社区里的事拆开，交给 9 个角色。社区里其实是三种人，所以三个端我分开做。居民端 14 页：居民要的是一句话把事说清，报修、提问都在这儿。网格员端 9 页：网格员要的是待办清楚、有据可查，工单、提案、导出都在这儿。老人端 8 页：老人要的是看得见、按得动，所以大字、语音、长按求助。三拨人要的东西不一样，硬做成一个 App，谁都不好用。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它是怎么搭起来的：三端共用一个 FastAPI 后端，中间是 9 个角色在黑板协作，最下面是本地数据库（约 50 张表、手机号加密、全流程留痕）。数据库我选了本地 SQLite，不用单独搭服务器，也就没有运维。整条链路不依赖外部服务，一台普通电脑就能跑。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重点页（85 秒）：9 个角色不写死流程，靠黑板 + 5 种消息真来往；每轮过校验员与仲裁器，合规审计一票否决。大模型只做意图/追问/政策生成，状态机、派单、权限、加密永远走规则；四个开关默认关。防编造三招：强制出处、回查数据库、敏感词与权限审计。实话：这是按规则分工协作，不是完全自主的大模型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老人端是单独重做的，不是把居民端放大：大字大按钮、免登录。不会打字也不怕，常用的话做成大按钮点一下就问（家里灯不亮了 / 医保怎么报销）。吃药提醒到点会响，就两个按钮：我吃了、10 分钟后再说；用药提醒要社区审核通过才开始播报。紧急求助长按 3 秒出确认框，10 秒不点自动取消——我怕老人放兜里误触，所以防了两道。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五步走一遍，都是真实界面。① 居民报修：一句话提交，不用选分类。② 政策问答：答案下面有依据，写明哪份政策、适用哪个地区；答不出依据就不硬答，转人工。③ 天气联动：点开执行链，天气守护、健康顾问、通知管理三个角色都在，谁先动谁接话看得见。④ 老人端：长按 3 秒出确认框（我不能真发，点到取消）。⑤ 网格员端：刚才那条报修已进工作台，待办、AI 助手、统计导出都在这一页。同一件事，居民、老人、网格员三边是通的。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再看三处细节（五步之外的补充）：政策问答的答案下面有知识库依据和适用地区；工单详情里能看到谁在什么时候接的、什么时候处理的，全程留痕；居民端报修列表每条走到哪一步、状态和颜色都写清楚。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功能全景：报修全状态机、提案全生命周期、通知四类、政策问答带出处、健康咨询不诊断并转人工、天气联动、网格员工作台的 AI 助手与导出、以及转人工的处理包（用户信息 + 执行链 + 待确认事项）。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几个能复算的数字：638 项测试全绿、550 并发零失败、48 条金标第一位命中 100%、ruff 0；数据库 v46、约 50 张表。都是本机自测，不是第三方测评。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它现在的位置：工程原型，没在真实街道试点，没有运营数据，商业模式在探索。今天不是来要投资，是来请教三个问题：多智能体的自动边界怎么划、第一个试点社区怎么谈、没有历史数据怎么冷启动。张奶奶那条路，现在是一句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备用页：被追问「为什么不全用大模型」时翻到这页。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备用页：被追问「会不会编造、数据安全吗」时翻到这页。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附录：若对方想知道怎么在电脑上看实物，翻到这页。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2.png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417320"/>
            <a:ext cx="6035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社区先知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377440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CommunityInsight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9184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社区接诉即办 · 多智能体平台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02336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北京工商大学 · 单人开发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9FB4D8"/>
                </a:solidFill>
                <a:latin typeface="微软雅黑"/>
                <a:ea typeface="微软雅黑"/>
                <a:cs typeface="微软雅黑"/>
              </a:rPr>
              <a:t>9·22 中关村软件园 OPC 沙龙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48640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痛点 → 方案 → 机制 → 界面 → 数字 → 诉求</a:t>
            </a:r>
          </a:p>
        </p:txBody>
      </p:sp>
      <p:pic>
        <p:nvPicPr>
          <p:cNvPr id="9" name="Picture 8" descr="01-登录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71600"/>
            <a:ext cx="4206240" cy="2628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四个老问题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0020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1907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网格员：一半时间在重复派单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65176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77063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老人：不会用手机，报修太难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70332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822191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政策：网上答案没出处，不敢信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754879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87375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 / 健康 / 通知：分属不同部门，出事没人主动联动</a:t>
            </a:r>
          </a:p>
        </p:txBody>
      </p:sp>
      <p:pic>
        <p:nvPicPr>
          <p:cNvPr id="12" name="Picture 11" descr="06-网格员工作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566160" cy="22288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9 个角色，像一个小组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45920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105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接待员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645920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46120" y="18105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报修调度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645920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8105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提案协商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578608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432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政策专员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578608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7432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健康顾问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2578608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27432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天气守护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511296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675887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通知管理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3511296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675887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网格助手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3511296"/>
            <a:ext cx="2103120" cy="786384"/>
          </a:xfrm>
          <a:prstGeom prst="roundRect">
            <a:avLst/>
          </a:prstGeom>
          <a:solidFill>
            <a:srgbClr val="2D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3675887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737360"/>
            <a:ext cx="4023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三端各 14 / 9 / 8 页：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居民端：一句话报修、提问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网格员端：工单、提案、导数据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老人端：大字、语音、长按求助</a:t>
            </a:r>
          </a:p>
        </p:txBody>
      </p:sp>
      <p:pic>
        <p:nvPicPr>
          <p:cNvPr id="23" name="Picture 22" descr="02-居民首页与社区小助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389120"/>
            <a:ext cx="2926080" cy="1828800"/>
          </a:xfrm>
          <a:prstGeom prst="rect">
            <a:avLst/>
          </a:prstGeom>
        </p:spPr>
      </p:pic>
      <p:pic>
        <p:nvPicPr>
          <p:cNvPr id="24" name="Picture 23" descr="06-网格员工作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4389120"/>
            <a:ext cx="2926080" cy="1828800"/>
          </a:xfrm>
          <a:prstGeom prst="rect">
            <a:avLst/>
          </a:prstGeom>
        </p:spPr>
      </p:pic>
      <p:pic>
        <p:nvPicPr>
          <p:cNvPr id="25" name="Picture 24" descr="07-老年端大字首页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032" y="4389120"/>
            <a:ext cx="823935" cy="17830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6199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居民端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6199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网格员端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61996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老年端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它是怎么搭起来的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37360"/>
            <a:ext cx="182880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居民端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1737360"/>
            <a:ext cx="182880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0600" y="1737360"/>
            <a:ext cx="182880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老年端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78308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三端共用一个后端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（Vue3 + Naive UI，已构建为静态文件）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880360"/>
            <a:ext cx="10424160" cy="914400"/>
          </a:xfrm>
          <a:prstGeom prst="roundRect">
            <a:avLst/>
          </a:prstGeom>
          <a:solidFill>
            <a:srgbClr val="2D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906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主服务 FastAPI：接口 · 鉴权 · 安全响应头 · 实时通知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2336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9 个智能体角色（黑板协作）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接待员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48256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48256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报修调度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27832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27832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提案协商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8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政策专员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86984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86984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健康顾问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天气守护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6136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46136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通知管理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25712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25712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网格助手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05288" y="4480560"/>
            <a:ext cx="1097280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05288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合规审计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5349240"/>
            <a:ext cx="10424160" cy="914400"/>
          </a:xfrm>
          <a:prstGeom prst="roundRect">
            <a:avLst/>
          </a:prstGeom>
          <a:solidFill>
            <a:srgbClr val="E8EE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5046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本地数据库 SQLite：约 50 张表 · 手机号 AES-256-GCM 加密 · 全流程留痕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它们真的在传消息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5852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黑板：带锁 · 带版本 · 带历史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5 种消息：请求 / 响应 / 通知 /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错误 / 转交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校验 + 仲裁，合规审计一票否决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977639"/>
            <a:ext cx="5852160" cy="173736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6052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规则为主，大模型为辅：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意图/追问/政策生成 → 大模型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状态机/派单/权限/加密 → 规则</a:t>
            </a:r>
          </a:p>
        </p:txBody>
      </p:sp>
      <p:pic>
        <p:nvPicPr>
          <p:cNvPr id="7" name="Picture 6" descr="04-多智能体执行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554480"/>
            <a:ext cx="4480560" cy="2800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559612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↑ 一次提问后，角色之间的执行链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老人端是重做的，不是放大的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4592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大字大按钮，免登录就能进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语音报修；用药提醒点一下「我已吃」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长按 3 秒才求助，还要再确认一次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5488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我怕老人放兜里，误触。</a:t>
            </a:r>
          </a:p>
        </p:txBody>
      </p:sp>
      <p:pic>
        <p:nvPicPr>
          <p:cNvPr id="6" name="Picture 5" descr="07-老年端大字首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1943642" cy="4206240"/>
          </a:xfrm>
          <a:prstGeom prst="rect">
            <a:avLst/>
          </a:prstGeom>
        </p:spPr>
      </p:pic>
      <p:pic>
        <p:nvPicPr>
          <p:cNvPr id="7" name="Picture 6" descr="08-老年端长按求助确认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554480"/>
            <a:ext cx="1943642" cy="42062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五步走完一套流程</a:t>
            </a:r>
          </a:p>
        </p:txBody>
      </p:sp>
      <p:pic>
        <p:nvPicPr>
          <p:cNvPr id="4" name="Picture 3" descr="10-提交报修表单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017395"/>
            <a:ext cx="2103120" cy="13144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58368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① 报修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572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一句话提交</a:t>
            </a:r>
          </a:p>
        </p:txBody>
      </p:sp>
      <p:pic>
        <p:nvPicPr>
          <p:cNvPr id="8" name="Picture 7" descr="03-政策问答带依据与属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791" y="2017395"/>
            <a:ext cx="2103120" cy="13144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07791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07791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② 政策问答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1" y="4572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带依据与属地</a:t>
            </a:r>
          </a:p>
        </p:txBody>
      </p:sp>
      <p:pic>
        <p:nvPicPr>
          <p:cNvPr id="12" name="Picture 11" descr="04-多智能体执行链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216" y="2017395"/>
            <a:ext cx="2103120" cy="131445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57216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③ 天气联动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7216" y="4572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看执行链</a:t>
            </a:r>
          </a:p>
        </p:txBody>
      </p:sp>
      <p:pic>
        <p:nvPicPr>
          <p:cNvPr id="16" name="Picture 15" descr="08-老年端长按求助确认框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1726" y="1600200"/>
            <a:ext cx="992947" cy="2148839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7406640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④ 老人端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572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长按 3 秒再确认</a:t>
            </a:r>
          </a:p>
        </p:txBody>
      </p:sp>
      <p:pic>
        <p:nvPicPr>
          <p:cNvPr id="20" name="Picture 19" descr="06-网格员工作台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56063" y="2017395"/>
            <a:ext cx="2103120" cy="131445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9656063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56063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⑤ 网格端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6063" y="4572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待办与处理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再看几处细节</a:t>
            </a:r>
          </a:p>
        </p:txBody>
      </p:sp>
      <p:pic>
        <p:nvPicPr>
          <p:cNvPr id="4" name="Picture 3" descr="03-政策问答带依据与属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3291840" cy="205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3886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政策问答：答案下方给知识库依据，并标注适用地区</a:t>
            </a:r>
          </a:p>
        </p:txBody>
      </p:sp>
      <p:pic>
        <p:nvPicPr>
          <p:cNvPr id="6" name="Picture 5" descr="05-工单详情与处理留痕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645920"/>
            <a:ext cx="3291840" cy="2057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34840" y="3886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工单详情：谁在什么时候处理，全有留痕</a:t>
            </a:r>
          </a:p>
        </p:txBody>
      </p:sp>
      <p:pic>
        <p:nvPicPr>
          <p:cNvPr id="8" name="Picture 7" descr="05-工单详情与处理留痕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645920"/>
            <a:ext cx="3291840" cy="2057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01000" y="3886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居民端报修列表：状态一目了然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现在能用的功能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37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47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报修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6039" y="1883664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全状态机：提交 → 审核 → 派单 → 处理 → 办结 → 回访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737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47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提案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883664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全生命周期：提交 → 附议 → 回应 → 采纳 → 实施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880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990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通知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39" y="3026664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普通 / 紧急 / 定时 / 已读回执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880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990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政策问答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3026664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答案带出处；检索无结果就转人工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23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133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健康咨询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39" y="4169664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只给建议，紧急情况转人工（不做诊断）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133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天气联动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4169664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极端天气 → 健康防护建议 → 自动发通知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5166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276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网格员工作台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39" y="5312664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AI 助手、待办、统计导出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5166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5276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转人工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5312664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带「处理包」：用户信息 + 执行链 + 待确认事项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几个能复算的数字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71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项测试 · 全绿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971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并发 · 零失败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92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条金标 · 第一位命中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3840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892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ruff 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760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数据库 schema v46 · 约 50 张表　｜　本机自测，非第三方测评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它现在的位置，和我想请教的三件事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1042416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工程原型：还没在真实街道试点，没有运营数据，商业模式在探索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6324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① 多智能体的「自动」边界怎么划？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31546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想请教技术专家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31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② 第一个试点社区怎么找、怎么谈？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40233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想请教企业负责人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80060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③ 没有历史数据，冷启动怎么破？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48920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想请教投资人视角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943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张奶奶那条路，现在是一句话。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11 /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备用：为什么规则为主、大模型为辅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接了 DeepSeek，但四个 LLM 开关默认关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意图识别 / 追问补全 / 政策生成 → 大模型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状态机 / 派单 / 权限 / 加密 → 永远走规则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每次调用 3–5 秒超时，自动回落规则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省成本，也保稳定。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备用：防编造与数据安全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政策回答强制挂知识库出处，回答完回查数据库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敏感词 + 权限再审计一道；查不到就转人工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手机号 AES-256-GCM 加密存储，展示导出脱敏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SQL 参数化；合规审计员有一票否决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如需看实物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10424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1) 双击项目文件夹里的「启动演示」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2) 等它提示「服务已就绪」（首次约 10–20 秒，会自动建好数据库）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3) 浏览器会自动打开登录页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023360"/>
            <a:ext cx="10424160" cy="173736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2062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演示账号：居民点「居民」免密 · 老年点「老年」免密 · 网格员 demo_grid / demo123</a:t>
            </a:r>
          </a:p>
          <a:p>
            <a:pPr algn="l">
              <a:lnSpc>
                <a:spcPct val="13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环境：Windows + Python 3.10 以上；首次启动会自动装依赖</a:t>
            </a:r>
          </a:p>
          <a:p>
            <a:pPr algn="l">
              <a:lnSpc>
                <a:spcPct val="13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没有网络也能用：大模型与天气会自动回到规则与本地数据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附录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最常被问的四个问题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10424160" cy="10241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这算真多智能体吗？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203704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角色之间靠黑板消息真来往，联动是运行时决定的；内核是规则驱动，不是全自主大模型智能体。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898648"/>
            <a:ext cx="1042416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90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数据是真的吗？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1071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全部是程序生成的演示数据，不含真实居民信息；手机号加密存储、展示脱敏。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105656"/>
            <a:ext cx="10424160" cy="10241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197096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有人真的用过吗？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6177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没有。还没做真实街道试点，也没有运营数据，这是下一步。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312664"/>
            <a:ext cx="1042416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404104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商业模式想清楚了吗？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82472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没有。可能是政府购买服务，但付费方和定价完全没有验证过。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附录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