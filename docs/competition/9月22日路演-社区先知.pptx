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各位专家好，我是北京工商大学大二学生。这个项目我一个人做。它服务三种人：居民、网格员、老人。今天六分钟，我讲三件事：怎么做、能干什么、我卡在哪。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把社区里的事拆开交给 9 个角色。三端各 14 / 9 / 8 页。数据放在本地一个库里，不用搭服务器。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重点页（90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老人端是单独重做的：大字大按钮、免登录、语音报修、用药提醒点一下。紧急求助要长按 3 秒再确认——我怕老人放兜里误触。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现场演示五步（本场不需要实操，全靠 PPT 内截图）：① 居民一句话报修 → ② 政策问答带依据与属地 → ③ 天气联动点开执行链 → ④ 老人端长按求助出确认框 → ⑤ 网格员工作台看待办。讲的时候按图说：这一步居民做了什么、系统回了什么。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1188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8912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pic>
        <p:nvPicPr>
          <p:cNvPr id="7" name="Picture 6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（这一页之后我会主动说明：还没在真实街道试点，这是下一步）</a:t>
            </a:r>
          </a:p>
        </p:txBody>
      </p:sp>
      <p:pic>
        <p:nvPicPr>
          <p:cNvPr id="13" name="Picture 12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92807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91640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92807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91640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92807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715768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169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15768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9169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715768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9169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39896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4106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739896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94106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739896"/>
            <a:ext cx="2103120" cy="841248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94106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52628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52628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4526280"/>
            <a:ext cx="845062" cy="1828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4465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现场展开的「多智能体执行链」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五步走完一套流程（真实截图）</a:t>
            </a:r>
          </a:p>
        </p:txBody>
      </p:sp>
      <p:pic>
        <p:nvPicPr>
          <p:cNvPr id="4" name="Picture 3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7395"/>
            <a:ext cx="2103120" cy="1314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报修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一句话提交</a:t>
            </a:r>
          </a:p>
        </p:txBody>
      </p:sp>
      <p:pic>
        <p:nvPicPr>
          <p:cNvPr id="8" name="Picture 7" descr="03-政策问答带依据与属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1" y="2017395"/>
            <a:ext cx="2103120" cy="1314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07791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1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政策问答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带依据与属地</a:t>
            </a:r>
          </a:p>
        </p:txBody>
      </p:sp>
      <p:pic>
        <p:nvPicPr>
          <p:cNvPr id="12" name="Picture 11" descr="04-多智能体执行链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017395"/>
            <a:ext cx="2103120" cy="1314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57216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③ 天气联动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看执行链</a:t>
            </a:r>
          </a:p>
        </p:txBody>
      </p:sp>
      <p:pic>
        <p:nvPicPr>
          <p:cNvPr id="16" name="Picture 15" descr="08-老年端长按求助确认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1726" y="1600200"/>
            <a:ext cx="992947" cy="2148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06640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④ 老人端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秒再确认</a:t>
            </a:r>
          </a:p>
        </p:txBody>
      </p:sp>
      <p:pic>
        <p:nvPicPr>
          <p:cNvPr id="20" name="Picture 19" descr="06-网格员工作台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3" y="2017395"/>
            <a:ext cx="2103120" cy="131445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56063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6063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⑤ 网格端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3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待办与处理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6235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均为系统实际界面截图，未做美化；这套流程在本地双击启动脚本即可复现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省成本，也保稳定——学生项目也养得起。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界面一览（真实截图，未做美化）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政策问答：答案下方给知识库依据，并标注适用地区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工单详情：谁在什么时候处理，全有留痕</a:t>
            </a:r>
          </a:p>
        </p:txBody>
      </p:sp>
      <p:pic>
        <p:nvPicPr>
          <p:cNvPr id="8" name="Picture 7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居民端报修列表：状态一目了然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如需看实物：三步跑起来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双击项目文件夹里的「启动演示.bat」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3.10+（其余依赖脚本自动装）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不联网也能演示：大模型与真实天气会自动回落规则与模拟数据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