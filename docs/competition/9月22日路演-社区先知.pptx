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开场（25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各位专家好，我是北京工商大学大二学生。这个项目我一个人做。它服务三种人：居民、网格员、老人。今天七分钟，我讲三件事：怎么做、能干什么、我卡在哪。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把社区里的事拆开，交给 9 个角色。社区里其实是三种人，所以三个端我分开做。居民端 14 页：居民要的是一句话把事说清，报修、提问都在这儿。网格员端 9 页：网格员要的是待办清楚、有据可查，工单、提案、导出都在这儿。老人端 8 页：老人要的是看得见、按得动，所以大字、语音、长按求助。三拨人要的东西不一样，硬做成一个 App，谁都不好用。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它是怎么搭起来的：三端共用一个 FastAPI 后端，中间是 9 个角色在黑板协作，最下面是本地数据库（约 50 张表、手机号加密、全流程留痕）。数据库我选了本地 SQLite，不用单独搭服务器，也就没有运维。整条链路不依赖外部服务，一台普通电脑就能跑。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重点页（85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居民端（一）报修：提交不用选分类、不用挑部门，一句话说清哪儿坏了；提交后在列表里看进度（上报 → 派单 → 处理 → 办结），每一步带时间。识别到安全隐患（比如燃气味）会自动升级成紧急通知。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居民端（二）问与议：政策问答的答案下面挂依据——哪份政策、适用哪个地区；查不到依据就转人工，不硬答。邻里议事可以提提案、邻居附议、社区回应。通知分普通/紧急/定时，发出去有已读回执。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网格员端（一）工作台：一页看完待办（要派的、要回访的）、数据概览（红黑榜看哪个小区问题多）、导出（按条件导周报）、以及 AI 助手（用大白话问数据）。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二）处理与关怀：工单管理能搜索、能导出、能批量派单、能批量关闭；审核退回必须写意见，派单必须填维修人员与电话。点开一条工单，处理过程全程留痕。老年关怀里，用药提醒和紧急联系人都要审核通过才生效；老人求助来了，要确认响应、再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老人端（一）看得见按得动：不是把居民端放大，是重做的。字大、按钮大、不用登录。首页就六件事：天气、通知、报修、联系社区、联系人、用药提醒。天气和帮助都能用语音念出来。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老人端（二）不会打字也能办事：三条路——① 点现成的话（家里灯不亮了 / 医保怎么报销）；② 直接说话，语音报修；③ 吃药提醒，就两个按钮「我吃了」「10 分钟后再说」，而且用药提醒要社区审核通过才开始播报。紧急求助长按 3 秒出确认框，10 秒不点自动取消——我怕老人放兜里误触，所以防了两道。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功能按端列一遍（一列一段，手指往下扫）：居民端 14 页——报修拍照提交、能存草稿；工单详情有时间线，能撤回、能重开；邻里议事能提案、投票、公示期匿名议论；政策问答给依据和适用地区；还有健康防护、三天天气、通知、消息中心、我的、隐私政策。网格员端 9 页——工作台有待办和红黑榜下钻；工单管理能审核、派单、协商、转出，能批量操作和导出；提案管理能决定执行、转执行、延票；还有知识库维护、天气检查任务、健康内容审核、老年关怀的用药审核与 SOS 响应。老人端 8 页——语音小助手、语音报修、用药提醒、听通知、紧急联系人、报修进度、语音政策问答。最后一行跨端：转人工处理包、双层防线、规则为主，另有治理大屏与稳定性演示页。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备用页：被追问「为什么不全用大模型」时翻到这页。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备用页：被追问「会不会编造、数据安全吗」时翻到这页。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→ 方案 → 机制 → 界面 → 数字 → 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13-网格员端-工单管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032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1996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830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5961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一次提问后，角色之间的执行链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居民端：报修，一句话提交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不用选分类、不用挑部门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一句话说清哪儿坏了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进度看得见：上报 → 派单 → 办结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480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安全隐患自动升级为紧急通知</a:t>
            </a:r>
          </a:p>
        </p:txBody>
      </p:sp>
      <p:pic>
        <p:nvPicPr>
          <p:cNvPr id="6" name="Picture 5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54480"/>
            <a:ext cx="3017520" cy="1885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一句话提交</a:t>
            </a:r>
          </a:p>
        </p:txBody>
      </p:sp>
      <p:pic>
        <p:nvPicPr>
          <p:cNvPr id="8" name="Picture 7" descr="09-报修列表与状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977639"/>
            <a:ext cx="3017520" cy="1885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59161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进度一目了然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居民端：问政策、议事情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政策问答：依据 + 适用地区</a:t>
            </a:r>
          </a:p>
        </p:txBody>
      </p:sp>
      <p:pic>
        <p:nvPicPr>
          <p:cNvPr id="6" name="Picture 5" descr="11-居民端-邻里议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邻里议事：提案与附议</a:t>
            </a:r>
          </a:p>
        </p:txBody>
      </p:sp>
      <p:pic>
        <p:nvPicPr>
          <p:cNvPr id="8" name="Picture 7" descr="12-居民端-通知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通知：普通 / 紧急 / 定时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查不到依据就转人工，不硬答。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通知发出去有已读回执。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网格员端：一个工作台</a:t>
            </a:r>
          </a:p>
        </p:txBody>
      </p:sp>
      <p:pic>
        <p:nvPicPr>
          <p:cNvPr id="4" name="Picture 3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6492240" cy="4057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76072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待办、概览、导出在一页看完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78308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待办：要派的、要回访的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红黑榜：哪个小区问题多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导出：按条件导周报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助手：大白话问数据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网格员端：留痕，和盯住老人</a:t>
            </a:r>
          </a:p>
        </p:txBody>
      </p:sp>
      <p:pic>
        <p:nvPicPr>
          <p:cNvPr id="4" name="Picture 3" descr="09-报修列表与状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4937760" cy="3086100"/>
          </a:xfrm>
          <a:prstGeom prst="rect">
            <a:avLst/>
          </a:prstGeom>
        </p:spPr>
      </p:pic>
      <p:pic>
        <p:nvPicPr>
          <p:cNvPr id="5" name="Picture 4" descr="14-网格员端-老年关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45920"/>
            <a:ext cx="4937760" cy="3086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老年关怀：用药与联系人要审核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退回必须写审核意见；求助要确认响应、再结束。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老人端：看得见，按得动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不是把居民端放大，是重做的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字大、按钮大、不用登录就能进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首页六件事：天气 通知 报修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联系社区 联系人 用药提醒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6309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天气和帮助都能用语音念出来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239" y="1600200"/>
            <a:ext cx="2070400" cy="44805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6172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大字首页（手机实拍）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老人端：不会打字，也能办事</a:t>
            </a:r>
          </a:p>
        </p:txBody>
      </p:sp>
      <p:pic>
        <p:nvPicPr>
          <p:cNvPr id="4" name="Picture 3" descr="15-老年端-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592" y="1554480"/>
            <a:ext cx="1859135" cy="40233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点现成的话就能问</a:t>
            </a:r>
          </a:p>
        </p:txBody>
      </p:sp>
      <p:pic>
        <p:nvPicPr>
          <p:cNvPr id="6" name="Picture 5" descr="16-老年端-用药提醒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712" y="1554480"/>
            <a:ext cx="1859135" cy="4023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我吃了 / 10 分钟后再说</a:t>
            </a:r>
          </a:p>
        </p:txBody>
      </p:sp>
      <p:pic>
        <p:nvPicPr>
          <p:cNvPr id="8" name="Picture 7" descr="08-老年端长按求助确认框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832" y="1554480"/>
            <a:ext cx="1859135" cy="40233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5236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秒，10 秒自动取消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2636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三条路都不用打字；紧急求助防了两道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现在能用的功能（分端）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居民端 · 14 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2084831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首页：天气卡 + 社区小助手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报修：拍照提交 + 草稿恢复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工单详情：时间线 + 撤回/重开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邻里议事：提案 + 投票 + 匿名议论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通知：紧急置顶 + 已读回执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政策问答：依据 + 属地 + 提问历史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健康防护：咨询 + 紧急转人工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天气：实时 + 3 天预报 + 预警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消息中心 / 我的 / 隐私政策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网格员端 · 9 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084831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工作台：待办 + 红黑榜下钻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工单管理：审核/派单/协商/转出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　+ 批量操作 + 时限 + 导出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提案管理：决定执行 + 转执行 + 延票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通知管理：紧急/定时 + 已读统计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政策问答管理：知识库维护 + 阈值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天气管理：检查任务 + 异常日志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健康管理：咨询处理 + 内容审核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老年关怀：用药/联系人审核 + SOS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老人端 · 8 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084831"/>
            <a:ext cx="3429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首页：大字 + 六宫格 + 长按求助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小助手：按住说话 → 转写确认 → 播报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语音报修：识别 → 确认 → 提交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用药提醒：审核后播报 + 我吃了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听通知：大字 + 语音（紧急播两次）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紧急联系人：审核后可拨打 + 留痕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我的报修：进度 + 满意度反馈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政策问答：语音提问 + 转人工确认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89320"/>
            <a:ext cx="109270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089904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跨端：转人工「处理包」（AI 已整理上下文）· 双层防线（校验 + 仲裁）· 规则为主、四个开关默认关 · 治理大屏 · 稳定性演示页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14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03704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1071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247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